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71" r:id="rId5"/>
    <p:sldId id="260" r:id="rId6"/>
    <p:sldId id="262" r:id="rId7"/>
    <p:sldId id="264" r:id="rId8"/>
    <p:sldId id="27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3" r:id="rId1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6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3780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514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32050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2884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9226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8596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358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0273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5131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5085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574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83D57-0861-4000-8B6F-0B8893641DE4}" type="datetimeFigureOut">
              <a:rPr lang="tr-TR" smtClean="0"/>
              <a:t>16.01.2026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DE685-9152-4454-8B5C-0238056A17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419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bg1"/>
                </a:solidFill>
                <a:latin typeface="+mn-lt"/>
              </a:rPr>
              <a:t>Full </a:t>
            </a:r>
            <a:r>
              <a:rPr lang="tr-TR" b="1" dirty="0" err="1" smtClean="0">
                <a:solidFill>
                  <a:schemeClr val="bg1"/>
                </a:solidFill>
                <a:latin typeface="+mn-lt"/>
              </a:rPr>
              <a:t>Stack</a:t>
            </a:r>
            <a:r>
              <a:rPr lang="tr-TR" b="1" dirty="0" smtClean="0">
                <a:solidFill>
                  <a:schemeClr val="bg1"/>
                </a:solidFill>
                <a:latin typeface="+mn-lt"/>
              </a:rPr>
              <a:t> Web GIS Project</a:t>
            </a:r>
            <a:br>
              <a:rPr lang="tr-TR" b="1" dirty="0" smtClean="0">
                <a:solidFill>
                  <a:schemeClr val="bg1"/>
                </a:solidFill>
                <a:latin typeface="+mn-lt"/>
              </a:rPr>
            </a:br>
            <a:r>
              <a:rPr lang="tr-TR" b="1" dirty="0" smtClean="0">
                <a:solidFill>
                  <a:schemeClr val="bg1"/>
                </a:solidFill>
                <a:latin typeface="+mn-lt"/>
              </a:rPr>
              <a:t>CINEMAP</a:t>
            </a:r>
            <a:endParaRPr lang="tr-TR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4064000"/>
            <a:ext cx="9144000" cy="1193800"/>
          </a:xfrm>
        </p:spPr>
        <p:txBody>
          <a:bodyPr>
            <a:normAutofit/>
          </a:bodyPr>
          <a:lstStyle/>
          <a:p>
            <a:r>
              <a:rPr lang="tr-TR" sz="4000" b="1" dirty="0" smtClean="0">
                <a:solidFill>
                  <a:schemeClr val="bg1"/>
                </a:solidFill>
              </a:rPr>
              <a:t>Aybüke Küçük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599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olidFill>
                  <a:schemeClr val="bg1"/>
                </a:solidFill>
                <a:latin typeface="+mn-lt"/>
              </a:rPr>
              <a:t>Login</a:t>
            </a:r>
            <a:r>
              <a:rPr lang="tr-TR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tr-TR" dirty="0" err="1" smtClean="0">
                <a:solidFill>
                  <a:schemeClr val="bg1"/>
                </a:solidFill>
                <a:latin typeface="+mn-lt"/>
              </a:rPr>
              <a:t>Page</a:t>
            </a:r>
            <a:endParaRPr lang="tr-TR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İçerik Yer Tutucusu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4" r="31204"/>
          <a:stretch/>
        </p:blipFill>
        <p:spPr>
          <a:xfrm>
            <a:off x="1473200" y="1541462"/>
            <a:ext cx="4099560" cy="4931924"/>
          </a:xfrm>
        </p:spPr>
      </p:pic>
      <p:pic>
        <p:nvPicPr>
          <p:cNvPr id="8" name="Resim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1" r="31819" b="2604"/>
          <a:stretch/>
        </p:blipFill>
        <p:spPr>
          <a:xfrm>
            <a:off x="6207760" y="1541462"/>
            <a:ext cx="4079240" cy="48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34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 smtClean="0">
                <a:solidFill>
                  <a:schemeClr val="bg1"/>
                </a:solidFill>
                <a:latin typeface="+mn-lt"/>
              </a:rPr>
              <a:t>CineMap</a:t>
            </a:r>
            <a:r>
              <a:rPr lang="tr-TR" b="1" dirty="0" smtClean="0">
                <a:solidFill>
                  <a:schemeClr val="bg1"/>
                </a:solidFill>
                <a:latin typeface="+mn-lt"/>
              </a:rPr>
              <a:t> Project</a:t>
            </a:r>
            <a:endParaRPr lang="tr-TR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680" y="1903397"/>
            <a:ext cx="10140640" cy="4565666"/>
          </a:xfrm>
        </p:spPr>
      </p:pic>
    </p:spTree>
    <p:extLst>
      <p:ext uri="{BB962C8B-B14F-4D97-AF65-F5344CB8AC3E}">
        <p14:creationId xmlns:p14="http://schemas.microsoft.com/office/powerpoint/2010/main" val="417662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8200" y="443230"/>
            <a:ext cx="10515600" cy="1325563"/>
          </a:xfrm>
        </p:spPr>
        <p:txBody>
          <a:bodyPr/>
          <a:lstStyle/>
          <a:p>
            <a:r>
              <a:rPr lang="tr-TR" b="1" dirty="0" err="1" smtClean="0">
                <a:solidFill>
                  <a:schemeClr val="bg1"/>
                </a:solidFill>
                <a:latin typeface="+mn-lt"/>
              </a:rPr>
              <a:t>CineMap</a:t>
            </a:r>
            <a:r>
              <a:rPr lang="tr-TR" b="1" dirty="0" smtClean="0">
                <a:solidFill>
                  <a:schemeClr val="bg1"/>
                </a:solidFill>
                <a:latin typeface="+mn-lt"/>
              </a:rPr>
              <a:t> Project</a:t>
            </a:r>
            <a:endParaRPr lang="tr-TR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614805"/>
            <a:ext cx="10058400" cy="457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4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bg1"/>
                </a:solidFill>
              </a:rPr>
              <a:t>Movie </a:t>
            </a:r>
            <a:r>
              <a:rPr lang="tr-TR" b="1" dirty="0" err="1" smtClean="0">
                <a:solidFill>
                  <a:schemeClr val="bg1"/>
                </a:solidFill>
              </a:rPr>
              <a:t>List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374" y="1917065"/>
            <a:ext cx="9586931" cy="4351338"/>
          </a:xfrm>
        </p:spPr>
      </p:pic>
    </p:spTree>
    <p:extLst>
      <p:ext uri="{BB962C8B-B14F-4D97-AF65-F5344CB8AC3E}">
        <p14:creationId xmlns:p14="http://schemas.microsoft.com/office/powerpoint/2010/main" val="3297397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 smtClean="0">
                <a:solidFill>
                  <a:schemeClr val="bg1"/>
                </a:solidFill>
              </a:rPr>
              <a:t>Watchlist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858" y="1690688"/>
            <a:ext cx="9642283" cy="4351338"/>
          </a:xfrm>
        </p:spPr>
      </p:pic>
    </p:spTree>
    <p:extLst>
      <p:ext uri="{BB962C8B-B14F-4D97-AF65-F5344CB8AC3E}">
        <p14:creationId xmlns:p14="http://schemas.microsoft.com/office/powerpoint/2010/main" val="335199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bg1"/>
                </a:solidFill>
              </a:rPr>
              <a:t>User </a:t>
            </a:r>
            <a:r>
              <a:rPr lang="tr-TR" b="1" dirty="0" err="1" smtClean="0">
                <a:solidFill>
                  <a:schemeClr val="bg1"/>
                </a:solidFill>
              </a:rPr>
              <a:t>Experience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6214" y="1835785"/>
            <a:ext cx="4619571" cy="4351338"/>
          </a:xfrm>
        </p:spPr>
      </p:pic>
    </p:spTree>
    <p:extLst>
      <p:ext uri="{BB962C8B-B14F-4D97-AF65-F5344CB8AC3E}">
        <p14:creationId xmlns:p14="http://schemas.microsoft.com/office/powerpoint/2010/main" val="218521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bg1"/>
                </a:solidFill>
              </a:rPr>
              <a:t>Database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80" y="2182769"/>
            <a:ext cx="10478962" cy="2905530"/>
          </a:xfrm>
        </p:spPr>
      </p:pic>
    </p:spTree>
    <p:extLst>
      <p:ext uri="{BB962C8B-B14F-4D97-AF65-F5344CB8AC3E}">
        <p14:creationId xmlns:p14="http://schemas.microsoft.com/office/powerpoint/2010/main" val="2766734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 smtClean="0">
                <a:solidFill>
                  <a:schemeClr val="bg1"/>
                </a:solidFill>
              </a:rPr>
              <a:t>GeoJSON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67" y="1825625"/>
            <a:ext cx="9620066" cy="4351338"/>
          </a:xfrm>
        </p:spPr>
      </p:pic>
    </p:spTree>
    <p:extLst>
      <p:ext uri="{BB962C8B-B14F-4D97-AF65-F5344CB8AC3E}">
        <p14:creationId xmlns:p14="http://schemas.microsoft.com/office/powerpoint/2010/main" val="320232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 smtClean="0">
                <a:solidFill>
                  <a:schemeClr val="bg1"/>
                </a:solidFill>
              </a:rPr>
              <a:t>GeoServer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967" y="1690688"/>
            <a:ext cx="9620066" cy="4351338"/>
          </a:xfrm>
        </p:spPr>
      </p:pic>
    </p:spTree>
    <p:extLst>
      <p:ext uri="{BB962C8B-B14F-4D97-AF65-F5344CB8AC3E}">
        <p14:creationId xmlns:p14="http://schemas.microsoft.com/office/powerpoint/2010/main" val="91778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bg1"/>
                </a:solidFill>
              </a:rPr>
              <a:t>WMS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26" y="1825625"/>
            <a:ext cx="9570947" cy="4351338"/>
          </a:xfrm>
        </p:spPr>
      </p:pic>
    </p:spTree>
    <p:extLst>
      <p:ext uri="{BB962C8B-B14F-4D97-AF65-F5344CB8AC3E}">
        <p14:creationId xmlns:p14="http://schemas.microsoft.com/office/powerpoint/2010/main" val="4117406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 smtClean="0">
                <a:solidFill>
                  <a:schemeClr val="bg1"/>
                </a:solidFill>
              </a:rPr>
              <a:t>Swagger</a:t>
            </a:r>
            <a:r>
              <a:rPr lang="tr-TR" b="1" dirty="0" smtClean="0">
                <a:solidFill>
                  <a:schemeClr val="bg1"/>
                </a:solidFill>
              </a:rPr>
              <a:t> </a:t>
            </a:r>
            <a:r>
              <a:rPr lang="tr-TR" b="1" dirty="0" err="1" smtClean="0">
                <a:solidFill>
                  <a:schemeClr val="bg1"/>
                </a:solidFill>
              </a:rPr>
              <a:t>Documentation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005" y="1825625"/>
            <a:ext cx="9603989" cy="4351338"/>
          </a:xfrm>
        </p:spPr>
      </p:pic>
    </p:spTree>
    <p:extLst>
      <p:ext uri="{BB962C8B-B14F-4D97-AF65-F5344CB8AC3E}">
        <p14:creationId xmlns:p14="http://schemas.microsoft.com/office/powerpoint/2010/main" val="1101483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chemeClr val="bg1"/>
                </a:solidFill>
              </a:rPr>
              <a:t>WMS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26" y="1825625"/>
            <a:ext cx="9570947" cy="4351338"/>
          </a:xfrm>
        </p:spPr>
      </p:pic>
    </p:spTree>
    <p:extLst>
      <p:ext uri="{BB962C8B-B14F-4D97-AF65-F5344CB8AC3E}">
        <p14:creationId xmlns:p14="http://schemas.microsoft.com/office/powerpoint/2010/main" val="1329327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 smtClean="0">
                <a:solidFill>
                  <a:schemeClr val="bg1"/>
                </a:solidFill>
              </a:rPr>
              <a:t>Tests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719" y="1389122"/>
            <a:ext cx="8696961" cy="1991740"/>
          </a:xfrm>
          <a:prstGeom prst="rect">
            <a:avLst/>
          </a:prstGeom>
        </p:spPr>
      </p:pic>
      <p:pic>
        <p:nvPicPr>
          <p:cNvPr id="6" name="İçerik Yer Tutucusu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840" y="3517012"/>
            <a:ext cx="6409828" cy="3031284"/>
          </a:xfrm>
        </p:spPr>
      </p:pic>
    </p:spTree>
    <p:extLst>
      <p:ext uri="{BB962C8B-B14F-4D97-AF65-F5344CB8AC3E}">
        <p14:creationId xmlns:p14="http://schemas.microsoft.com/office/powerpoint/2010/main" val="2060598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 smtClean="0">
                <a:solidFill>
                  <a:schemeClr val="bg1"/>
                </a:solidFill>
              </a:rPr>
              <a:t>Tests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687" y="1216025"/>
            <a:ext cx="6285353" cy="5306596"/>
          </a:xfrm>
        </p:spPr>
      </p:pic>
    </p:spTree>
    <p:extLst>
      <p:ext uri="{BB962C8B-B14F-4D97-AF65-F5344CB8AC3E}">
        <p14:creationId xmlns:p14="http://schemas.microsoft.com/office/powerpoint/2010/main" val="1205807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290320"/>
            <a:ext cx="10515600" cy="4856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r-TR" sz="5400" b="1" dirty="0" err="1" smtClean="0">
                <a:solidFill>
                  <a:schemeClr val="bg1"/>
                </a:solidFill>
              </a:rPr>
              <a:t>Thank</a:t>
            </a:r>
            <a:r>
              <a:rPr lang="tr-TR" sz="5400" b="1" dirty="0" smtClean="0">
                <a:solidFill>
                  <a:schemeClr val="bg1"/>
                </a:solidFill>
              </a:rPr>
              <a:t> </a:t>
            </a:r>
            <a:r>
              <a:rPr lang="tr-TR" sz="5400" b="1" dirty="0" err="1" smtClean="0">
                <a:solidFill>
                  <a:schemeClr val="bg1"/>
                </a:solidFill>
              </a:rPr>
              <a:t>You</a:t>
            </a:r>
            <a:r>
              <a:rPr lang="tr-TR" sz="5400" b="1" dirty="0" smtClean="0">
                <a:solidFill>
                  <a:schemeClr val="bg1"/>
                </a:solidFill>
              </a:rPr>
              <a:t> </a:t>
            </a:r>
            <a:r>
              <a:rPr lang="tr-TR" sz="5400" b="1" dirty="0" err="1" smtClean="0">
                <a:solidFill>
                  <a:schemeClr val="bg1"/>
                </a:solidFill>
              </a:rPr>
              <a:t>For</a:t>
            </a:r>
            <a:r>
              <a:rPr lang="tr-TR" sz="5400" b="1" dirty="0" smtClean="0">
                <a:solidFill>
                  <a:schemeClr val="bg1"/>
                </a:solidFill>
              </a:rPr>
              <a:t> </a:t>
            </a:r>
            <a:r>
              <a:rPr lang="tr-TR" sz="5400" b="1" dirty="0" err="1" smtClean="0">
                <a:solidFill>
                  <a:schemeClr val="bg1"/>
                </a:solidFill>
              </a:rPr>
              <a:t>Listening</a:t>
            </a:r>
            <a:r>
              <a:rPr lang="tr-TR" sz="5400" b="1" dirty="0" smtClean="0">
                <a:solidFill>
                  <a:schemeClr val="bg1"/>
                </a:solidFill>
              </a:rPr>
              <a:t>!</a:t>
            </a:r>
            <a:endParaRPr lang="tr-TR" sz="5400" b="1" dirty="0">
              <a:solidFill>
                <a:schemeClr val="bg1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120" y="2350385"/>
            <a:ext cx="7223760" cy="403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914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32</Words>
  <Application>Microsoft Office PowerPoint</Application>
  <PresentationFormat>Geniş ekran</PresentationFormat>
  <Paragraphs>17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Teması</vt:lpstr>
      <vt:lpstr>Full Stack Web GIS Project CINEMAP</vt:lpstr>
      <vt:lpstr>Login Page</vt:lpstr>
      <vt:lpstr>CineMap Project</vt:lpstr>
      <vt:lpstr>CineMap Project</vt:lpstr>
      <vt:lpstr>Movie List</vt:lpstr>
      <vt:lpstr>Watchlist</vt:lpstr>
      <vt:lpstr>User Experience</vt:lpstr>
      <vt:lpstr>Database</vt:lpstr>
      <vt:lpstr>GeoJSON</vt:lpstr>
      <vt:lpstr>GeoServer</vt:lpstr>
      <vt:lpstr>WMS</vt:lpstr>
      <vt:lpstr>Swagger Documentation</vt:lpstr>
      <vt:lpstr>WMS</vt:lpstr>
      <vt:lpstr>Tests</vt:lpstr>
      <vt:lpstr>Tests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Web GIS Project CINEMAP</dc:title>
  <dc:creator>Microsoft hesabı</dc:creator>
  <cp:lastModifiedBy>Microsoft hesabı</cp:lastModifiedBy>
  <cp:revision>3</cp:revision>
  <dcterms:created xsi:type="dcterms:W3CDTF">2026-01-16T06:54:15Z</dcterms:created>
  <dcterms:modified xsi:type="dcterms:W3CDTF">2026-01-16T07:48:57Z</dcterms:modified>
</cp:coreProperties>
</file>